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迎鑫童鞋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线上商品展示系统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移动端童鞋商城 · 微信朋友圈展示 · 妈妈自己管商品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105156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373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1031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为黑龙江讷河市迎鑫童鞋店打造的移动端线上商品展示页，适合在微信中打开、分享给顾客浏览商品。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05156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9260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👩‍💼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3291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店主（妈妈）：通过手机管理后台添加/编辑/上下架商品；顾客：微信打开链接浏览商品、联系店主。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5156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1148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8288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访问方式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44805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顾客通过微信群/朋友圈链接打开，管理后台通过固定网址 + 密码登录。手机、电脑均可访问。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212080"/>
            <a:ext cx="105156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53035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288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设计理念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56692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移动优先、操作极简。顾客无需注册登录，打开即看；妈妈无需懂电脑，后台表单即填即用。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697480" cy="7315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手机/微信浏览器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首页 分类入口 + 推荐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商品列表 分类筛选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商品详情 尺码颜色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联系我们 电话微信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55448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554480"/>
            <a:ext cx="269748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Cloudflare Pages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yingxin-tongxie.pages.dev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托管 HTML/CSS/JS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_worker.js 同域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全球 CDN 加速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拖拽上传部署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554480"/>
            <a:ext cx="2697480" cy="7315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_worker.js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Pages Advanced Mode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商品 CRUD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图片上传/返回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管理后台页面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密码验证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155448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98280" y="1554480"/>
            <a:ext cx="2697480" cy="73152"/>
          </a:xfrm>
          <a:prstGeom prst="rect">
            <a:avLst/>
          </a:prstGeom>
          <a:solidFill>
            <a:srgbClr val="FF7EB3"/>
          </a:solidFill>
          <a:ln/>
        </p:spPr>
      </p:sp>
      <p:sp>
        <p:nvSpPr>
          <p:cNvPr id="30" name="Text 28"/>
          <p:cNvSpPr/>
          <p:nvPr/>
        </p:nvSpPr>
        <p:spPr>
          <a:xfrm>
            <a:off x="928116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Cloudflare D1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28116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数据库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28116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商品数据持久化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8116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图片 base64 存储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8116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免费 5GB 额度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8116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云端自动备份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顾客端页面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Hero 大图区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三个分类入口（男童/女童/婴儿）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精选推荐商品网格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联系店主入口 + 底部导航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82880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4DA6FF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828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商品列表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274320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Tab 切换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有货优先排序显示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双列瀑布流卡片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无商品时友好提示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82880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FF7EB3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828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多图轮播展示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可选尺码 / 可选颜色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材质与描述信息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一键联系店主按钮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1554480"/>
            <a:ext cx="2697480" cy="43891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72600" y="182880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FFB347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18288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72600" y="2743200"/>
            <a:ext cx="2148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一键拨打店主电话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微信号点击复制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地图导航到店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营业时间 / 服务承诺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45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1627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密码登录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管理员通过密码进入后台。密码通过 Cloudflare Secret 加密存储，不在任何代码文件里写明文。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788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37360" y="2770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商品管理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31089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添加/编辑/删除商品。支持名称、分类、款式、价格、尺码、颜色、材质、描述，可勾选"首页推荐"和"上架中"。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931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37360" y="3913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图片上传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42519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手机拍照或选相册，前端 Canvas 自动压缩（最长边 1200px + 多档质量），压缩后上传。妈妈无需手动处理图片。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9834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5074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5056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上下架切换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53949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一键切换商品上架/下架状态，顾客端实时同步。下架商品显示"已售罄"标记，不会从商品列表消失。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移动优先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480px 容器居中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大字大按钮大间距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触控友好操作简单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554480"/>
            <a:ext cx="3383280" cy="64008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图片自动压缩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 前端压缩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最长边 1200px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≤500KB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554480"/>
            <a:ext cx="3383280" cy="64008"/>
          </a:xfrm>
          <a:prstGeom prst="rect">
            <a:avLst/>
          </a:prstGeom>
          <a:solidFill>
            <a:srgbClr val="FF7EB3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E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静态兜底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23774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故障 / 网络异常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自动降级静态数据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顾客始终能看到商品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023360"/>
            <a:ext cx="3383280" cy="6400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3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秒开体验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Cloudflare 全球 CDN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国内访问延迟低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微信中打开即看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4023360"/>
            <a:ext cx="3383280" cy="640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297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零费用运行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63440" y="48463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全部免费计划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无需绑定银行卡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永远不产生费用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4023360"/>
            <a:ext cx="3383280" cy="64008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4297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安全可靠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21040" y="48463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管理密码加密存储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图片格式/大小校验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数据持久化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费用说明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全部使用 Cloudflare 免费计划，零费用运行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286000"/>
            <a:ext cx="9418320" cy="502920"/>
          </a:xfrm>
          <a:prstGeom prst="roundRect">
            <a:avLst>
              <a:gd name="adj" fmla="val 10909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免费额度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本店用量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926080"/>
            <a:ext cx="9418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Cloudflare Pages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无限带宽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顾客浏览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3566160"/>
            <a:ext cx="9418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Cloudflare Workers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万请求/天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几十次/天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4206240"/>
            <a:ext cx="9418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Cloudflare D1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5GB 存储 / 500万读/天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1MB / &lt; 100次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71600" y="4846320"/>
            <a:ext cx="9418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892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49040" y="4892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 base64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4892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几十张图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0" y="4892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371600" y="5486400"/>
            <a:ext cx="9418320" cy="502920"/>
          </a:xfrm>
          <a:prstGeom prst="roundRect">
            <a:avLst>
              <a:gd name="adj" fmla="val 10909"/>
            </a:avLst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5532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49040" y="5532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5532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03920" y="5532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¥0 / 月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828800" y="5669280"/>
            <a:ext cx="8503920" cy="640080"/>
          </a:xfrm>
          <a:prstGeom prst="roundRect">
            <a:avLst>
              <a:gd name="adj" fmla="val 14286"/>
            </a:avLst>
          </a:prstGeom>
          <a:solidFill>
            <a:srgbClr val="FFF0F0"/>
          </a:solidFill>
          <a:ln/>
        </p:spPr>
      </p:sp>
      <p:sp>
        <p:nvSpPr>
          <p:cNvPr id="36" name="Text 34"/>
          <p:cNvSpPr/>
          <p:nvPr/>
        </p:nvSpPr>
        <p:spPr>
          <a:xfrm>
            <a:off x="2103120" y="57150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无需绑定银行卡，无需信用卡，不涉及任何付费计划。只要不主动升级，永远不会被扣费。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迎鑫童鞋 · 让宝贝的每一步都舒适健康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10058400" cy="45720"/>
          </a:xfrm>
          <a:prstGeom prst="roundRect">
            <a:avLst>
              <a:gd name="adj" fmla="val 60000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顾客页面: yingxin-tongxie.pages.dev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管理后台: yingxin-tongxie.pages.dev/admin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联系电话: 15164692421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532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店铺地址: 黑龙江省齐齐哈尔市讷河市通江路238号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2026-05-25T06:31:01Z</dcterms:created>
  <dcterms:modified xsi:type="dcterms:W3CDTF">2026-05-25T06:31:01Z</dcterms:modified>
</cp:coreProperties>
</file>